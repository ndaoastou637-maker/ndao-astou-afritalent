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39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FBA30-F283-F93F-9F4F-407BA38D5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291FEB-748F-A015-7981-3D669A92E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52C6DC-E875-C37B-08DE-592F9A56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F67019-428B-EDF6-8C8D-5508CCB5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CA9B65-CA2C-AE3B-51C6-EA3901BE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79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14895-B366-10B0-0925-B930F4D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F1C69F-0238-0F17-D0FD-F4871F31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E9BC38-F167-315C-02B6-6665A077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21C452-E188-392F-A67D-FF598D44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6CC47F-BD0E-4391-71AF-FAE8F35D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92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1DE98-6E7C-B1AE-6A46-AA50E9124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A16BE2-6065-72D2-5DA2-C8A1C9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4078B4-3EE5-7890-CF9F-8A308C2F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A6585E-674E-DE7D-C50F-DA7809C1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A03899-9D26-7159-88C3-0CACD3A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46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B3DD0-43A0-8EB1-0E5E-B2EF72CA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2F6F72-2090-658B-61A5-A749F542F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F20C37-499C-B48D-1208-DCEE4ABF2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7EBF75-18C7-AFB3-EB8B-EEB328BF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A2FCCF-18B3-798A-AB4B-590C1EB0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CB4C24-5D14-268E-0A0B-93BE2DC0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56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D45AA-F5B3-FAE9-E0F9-E87840B0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914A18-B0F4-4A4C-204B-EDF84213B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C1F4A8-3AAF-43D3-AC61-83E3D3595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D27C10-1327-9CD1-EB34-638F8E262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32846C-683F-B907-4F36-29C8A3DDE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11D4F6D-7410-EF6C-3A0C-D012AEDD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AFA3AD-4079-8D02-EB85-497AA32E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A3453E5-FB4E-A289-758B-81421330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92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5E86E-BC6F-725F-6481-682251C0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FC5E76-3E53-BD99-8F62-C8DE365B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BFF7E5-B271-A514-37C1-BA1113B3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054E79-D3CB-5223-CCFE-77A1DA81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532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D1096C-C5E2-561C-11CE-3A20DCA0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7403EF3-29C9-8AD6-4E9D-7CB446CE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341C62-00F4-73B5-9620-0E56F797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61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714A52-60DF-BF52-9AF7-F739B74E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C4A830-1464-A8A9-238E-C9D992D4C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EEED9D-6724-6CCA-6000-A4137CCED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4B1354-C240-3603-3C21-5FFB6A00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05D502-CEE1-593D-8465-1338AD4F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571C4D-284F-737C-C01B-6B197040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65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E66A0-7F12-37C5-6D2C-F7DACDC6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3A74B9-3C10-86F1-D87D-CF7C2B841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B6FF51-FF4A-1735-EE16-40A434F8B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FD7978-1827-98BB-C8E1-36B911A1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1C3750-21BB-3531-9FC0-2042B854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7DBC73-4B84-D00C-AD42-03590727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53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6DE4B-63BE-CCE3-1FDF-46D89C89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749453-1ADB-BE2A-BD18-827E4DCFB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A8F8A4-8DEE-AEF2-3844-3B366073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6D8A2E-0C6E-B0EC-7B51-106E4155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0A7E80-04A1-F8E7-1A30-A6B4BA27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19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A957EE-638E-5A8D-C37C-DE5BF959F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D2E05EA-1DB3-79A8-DDF3-5458B8E23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F0100-18E7-807D-5722-F1C64A14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C16F27-4D01-569F-5054-1D739B21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9B226F-B242-18C1-1E5F-146159C9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54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1B092D-17A6-A5D0-3BDD-84C3BE90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52F770-2BF7-4A01-51D2-E96DB1E4E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25EB2B-A7B4-759F-83A9-C1D2C654A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D73D4-593F-4ABD-AE79-32EE0889F7DD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7AF55A-FAF7-D45D-AC0B-F63980952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687898-AA32-83C9-AE1C-D6287B490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EB5C4-789D-4F86-9834-62A7FFFDC2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20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daoastou637-maker/Ndao-Astou-AfriTalent" TargetMode="External"/><Relationship Id="rId2" Type="http://schemas.openxmlformats.org/officeDocument/2006/relationships/hyperlink" Target="https://ndaoastou637-maker.github.io/Ndao-Astou-AfriTalent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ndaoastou637-maker.github.io/Ndao-Astou-AfriTalent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A5B7D9-C5FB-8876-15EF-704B9B6D9306}"/>
              </a:ext>
            </a:extLst>
          </p:cNvPr>
          <p:cNvSpPr txBox="1"/>
          <p:nvPr/>
        </p:nvSpPr>
        <p:spPr>
          <a:xfrm>
            <a:off x="3408587" y="438912"/>
            <a:ext cx="47632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43DF5F-C8EE-52DC-62EF-08D421F7A5C2}"/>
              </a:ext>
            </a:extLst>
          </p:cNvPr>
          <p:cNvSpPr txBox="1"/>
          <p:nvPr/>
        </p:nvSpPr>
        <p:spPr>
          <a:xfrm>
            <a:off x="219456" y="2340864"/>
            <a:ext cx="6701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Astou Ndao, RT, le 03 Juillet 2026.</a:t>
            </a:r>
          </a:p>
        </p:txBody>
      </p:sp>
    </p:spTree>
    <p:extLst>
      <p:ext uri="{BB962C8B-B14F-4D97-AF65-F5344CB8AC3E}">
        <p14:creationId xmlns:p14="http://schemas.microsoft.com/office/powerpoint/2010/main" val="623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FE03F-CDB3-C657-23B8-1510C8587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3E82F85-EB12-AC1E-9E41-A72ED05677D7}"/>
              </a:ext>
            </a:extLst>
          </p:cNvPr>
          <p:cNvSpPr txBox="1"/>
          <p:nvPr/>
        </p:nvSpPr>
        <p:spPr>
          <a:xfrm>
            <a:off x="4703517" y="365760"/>
            <a:ext cx="2317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Sommaire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C52B285-D375-6495-2C29-49131B6F9291}"/>
              </a:ext>
            </a:extLst>
          </p:cNvPr>
          <p:cNvSpPr txBox="1"/>
          <p:nvPr/>
        </p:nvSpPr>
        <p:spPr>
          <a:xfrm>
            <a:off x="207264" y="1511808"/>
            <a:ext cx="348044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site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techniques</a:t>
            </a:r>
          </a:p>
          <a:p>
            <a:pPr marL="457200" indent="-457200">
              <a:buAutoNum type="arabicPeriod"/>
            </a:pP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GitHup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déploiement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Ressources utilisées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3545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3C4A8-2A78-E7AF-84AE-8424D0A6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A0805DB-E61F-4D1B-41E3-7A4EF311DD1D}"/>
              </a:ext>
            </a:extLst>
          </p:cNvPr>
          <p:cNvSpPr txBox="1"/>
          <p:nvPr/>
        </p:nvSpPr>
        <p:spPr>
          <a:xfrm>
            <a:off x="3511296" y="548640"/>
            <a:ext cx="4529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1.Présentation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4D0949-5B71-0146-57BB-672E0E4960A6}"/>
              </a:ext>
            </a:extLst>
          </p:cNvPr>
          <p:cNvSpPr txBox="1"/>
          <p:nvPr/>
        </p:nvSpPr>
        <p:spPr>
          <a:xfrm>
            <a:off x="36576" y="1853184"/>
            <a:ext cx="96093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Contexte :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marché du freelance tech en Afrique est en pleine croissance</a:t>
            </a:r>
          </a:p>
          <a:p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Objectif :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Créer un site vitrine complet pour la plateforme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Public cible :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Freelances tech africains et entreprises du monde entier</a:t>
            </a:r>
          </a:p>
          <a:p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Technologies :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JavaScript, Bootstrap 5</a:t>
            </a:r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4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91B78-2C9B-BB69-61D5-EA1550C6F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C69934A-6688-6BE8-4D60-F878A4114239}"/>
              </a:ext>
            </a:extLst>
          </p:cNvPr>
          <p:cNvSpPr txBox="1"/>
          <p:nvPr/>
        </p:nvSpPr>
        <p:spPr>
          <a:xfrm>
            <a:off x="2401516" y="548640"/>
            <a:ext cx="67489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Choix de design – Palette &amp; Polices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8E44F2-2B3B-C359-F24C-39F358D0B7DC}"/>
              </a:ext>
            </a:extLst>
          </p:cNvPr>
          <p:cNvSpPr txBox="1"/>
          <p:nvPr/>
        </p:nvSpPr>
        <p:spPr>
          <a:xfrm>
            <a:off x="36576" y="1853184"/>
            <a:ext cx="76242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Couleurs :</a:t>
            </a:r>
          </a:p>
          <a:p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 #F97316 — couleur principale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Bleu nuit #0A0A2E — couleur secondaire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 #10B981 — accent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Blanc #FFFFFF — fond</a:t>
            </a:r>
          </a:p>
          <a:p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Polices :</a:t>
            </a:r>
          </a:p>
          <a:p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Syne — titres (moderne, expressif)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 — corps de texte (lisible, professionnel)</a:t>
            </a:r>
          </a:p>
        </p:txBody>
      </p:sp>
    </p:spTree>
    <p:extLst>
      <p:ext uri="{BB962C8B-B14F-4D97-AF65-F5344CB8AC3E}">
        <p14:creationId xmlns:p14="http://schemas.microsoft.com/office/powerpoint/2010/main" val="56081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18DE4-FC14-10FA-AA0C-5DC12980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EF1ED1F-993A-7FAA-7C80-A54D49005244}"/>
              </a:ext>
            </a:extLst>
          </p:cNvPr>
          <p:cNvSpPr txBox="1"/>
          <p:nvPr/>
        </p:nvSpPr>
        <p:spPr>
          <a:xfrm>
            <a:off x="2856766" y="548640"/>
            <a:ext cx="58384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Choix de design - Inspirations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B91FA4-1EFC-C1BC-A8FA-C13F1FF9988C}"/>
              </a:ext>
            </a:extLst>
          </p:cNvPr>
          <p:cNvSpPr txBox="1"/>
          <p:nvPr/>
        </p:nvSpPr>
        <p:spPr>
          <a:xfrm>
            <a:off x="97536" y="1645920"/>
            <a:ext cx="51235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Design épuré tendance 2026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Mise en page Bento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Typographie expressive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Animations CSS fluides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Dark mode moderne</a:t>
            </a:r>
          </a:p>
        </p:txBody>
      </p:sp>
    </p:spTree>
    <p:extLst>
      <p:ext uri="{BB962C8B-B14F-4D97-AF65-F5344CB8AC3E}">
        <p14:creationId xmlns:p14="http://schemas.microsoft.com/office/powerpoint/2010/main" val="49684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6541C-FBCD-A9A8-DE15-01A401FC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35F83BB-3016-E39F-4152-B40E50849E35}"/>
              </a:ext>
            </a:extLst>
          </p:cNvPr>
          <p:cNvSpPr txBox="1"/>
          <p:nvPr/>
        </p:nvSpPr>
        <p:spPr>
          <a:xfrm>
            <a:off x="3026013" y="548640"/>
            <a:ext cx="5499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Architecture - Arborescence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8D20C7A-8E43-3046-F63F-FD1D218E5FC5}"/>
              </a:ext>
            </a:extLst>
          </p:cNvPr>
          <p:cNvSpPr txBox="1"/>
          <p:nvPr/>
        </p:nvSpPr>
        <p:spPr>
          <a:xfrm>
            <a:off x="97536" y="1645920"/>
            <a:ext cx="721389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index.html — Page d’accueil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freelances.html — Catalogue freelances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tarifs.html — Plans et tarifs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about.html — À propos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contact.html — Contact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/style.css — Styles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/main.js — JavaScript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images/ — Images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docs/ —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1869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C4AC9-6950-F149-59AA-5A803AC9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F81B39A-4486-6A3E-39CF-B50DAF5729EA}"/>
              </a:ext>
            </a:extLst>
          </p:cNvPr>
          <p:cNvSpPr txBox="1"/>
          <p:nvPr/>
        </p:nvSpPr>
        <p:spPr>
          <a:xfrm>
            <a:off x="2645206" y="548640"/>
            <a:ext cx="6261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Architecture – Captures d’écran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D1A8EEA-D42D-8C56-9F8E-90286C4E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" y="1438656"/>
            <a:ext cx="5839968" cy="29138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8EDFDD6-9A9C-329F-7ADA-DA8FC173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438657"/>
            <a:ext cx="5681472" cy="297484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FE69543-78CB-8D02-D196-3FE8FE5AB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" y="4474464"/>
            <a:ext cx="5839968" cy="230447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1F70403-1667-EC6F-C9AC-5575ED739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6" y="4559808"/>
            <a:ext cx="5839966" cy="221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50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9F0B-FD60-E6B0-119A-60323EF3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3F7344E-2C00-D550-8C59-A5ED99EE6908}"/>
              </a:ext>
            </a:extLst>
          </p:cNvPr>
          <p:cNvSpPr txBox="1"/>
          <p:nvPr/>
        </p:nvSpPr>
        <p:spPr>
          <a:xfrm>
            <a:off x="2795059" y="548640"/>
            <a:ext cx="59618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Points techniques – JavaScript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13D993-8C2A-BEF4-9F17-0243578D6282}"/>
              </a:ext>
            </a:extLst>
          </p:cNvPr>
          <p:cNvSpPr txBox="1"/>
          <p:nvPr/>
        </p:nvSpPr>
        <p:spPr>
          <a:xfrm>
            <a:off x="231648" y="174582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Dark mode avec local Storage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Compteurs animés avec Intersection Observer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Filtrage dynamique des freelances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Validation formulaire avec regex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dynamique au scroll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Animations fade-in</a:t>
            </a:r>
          </a:p>
        </p:txBody>
      </p:sp>
    </p:spTree>
    <p:extLst>
      <p:ext uri="{BB962C8B-B14F-4D97-AF65-F5344CB8AC3E}">
        <p14:creationId xmlns:p14="http://schemas.microsoft.com/office/powerpoint/2010/main" val="110173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2E0FE-B94B-D056-F18F-4399B6AA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6E77734-26E3-B04F-0E97-F70EBD5DE37C}"/>
              </a:ext>
            </a:extLst>
          </p:cNvPr>
          <p:cNvSpPr txBox="1"/>
          <p:nvPr/>
        </p:nvSpPr>
        <p:spPr>
          <a:xfrm>
            <a:off x="2293333" y="548640"/>
            <a:ext cx="6965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Points techniques – CSS &amp; </a:t>
            </a:r>
            <a:r>
              <a:rPr lang="fr-FR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Boostrap</a:t>
            </a:r>
            <a:endParaRPr lang="fr-FR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7DDCB7-98C6-3476-A763-4F4FFD8D9BF0}"/>
              </a:ext>
            </a:extLst>
          </p:cNvPr>
          <p:cNvSpPr txBox="1"/>
          <p:nvPr/>
        </p:nvSpPr>
        <p:spPr>
          <a:xfrm>
            <a:off x="231648" y="1745826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Bento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avec CSS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6 variables CSS dans :root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Animations et transitions CSS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Bootstrap 5 :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accordion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cards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Responsive : mobile, tablette, desktop</a:t>
            </a:r>
          </a:p>
        </p:txBody>
      </p:sp>
    </p:spTree>
    <p:extLst>
      <p:ext uri="{BB962C8B-B14F-4D97-AF65-F5344CB8AC3E}">
        <p14:creationId xmlns:p14="http://schemas.microsoft.com/office/powerpoint/2010/main" val="405574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C892F-FAFC-E823-0B36-7A309DEE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51ACF7D-3658-3E8E-5F32-BFA6A2AE5E3B}"/>
              </a:ext>
            </a:extLst>
          </p:cNvPr>
          <p:cNvSpPr txBox="1"/>
          <p:nvPr/>
        </p:nvSpPr>
        <p:spPr>
          <a:xfrm>
            <a:off x="3479552" y="548640"/>
            <a:ext cx="4592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5.GitHup &amp; Déploiement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60AE62-B909-F695-E186-D4EA104D97E6}"/>
              </a:ext>
            </a:extLst>
          </p:cNvPr>
          <p:cNvSpPr txBox="1"/>
          <p:nvPr/>
        </p:nvSpPr>
        <p:spPr>
          <a:xfrm>
            <a:off x="231648" y="1745826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Dépôt : Ndao-Astou-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10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répartis sur plusieurs semaines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Déploiement via GitHub Pages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Lien du site :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https://ndaoastou637-maker.github.io/Ndao-Astou-AfriTalent/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Lien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GitHup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dépôt :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https://github.com/ndaoastou637-maker/Ndao-Astou-AfriTalent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0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6647C-6248-D40C-D5FA-6DFA4F22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C68B86A-6383-3999-8ABE-59C6102B29B9}"/>
              </a:ext>
            </a:extLst>
          </p:cNvPr>
          <p:cNvSpPr txBox="1"/>
          <p:nvPr/>
        </p:nvSpPr>
        <p:spPr>
          <a:xfrm>
            <a:off x="3595482" y="548640"/>
            <a:ext cx="4361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Difficultés rencontrés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ED0257-6352-F66E-2997-BC0292D60C42}"/>
              </a:ext>
            </a:extLst>
          </p:cNvPr>
          <p:cNvSpPr txBox="1"/>
          <p:nvPr/>
        </p:nvSpPr>
        <p:spPr>
          <a:xfrm>
            <a:off x="231648" y="174582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Difficulté 1 : La mise en page Bento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j’ai dû apprendre CSS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comprendre comment créer des cartes de tailles différentes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Solution : Utilisation de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grid-column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pour les grandes cartes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Difficulté 2 : La validation du formulaire avec regex — comprendre comment vérifier le format email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Solution : Utilisation de /^[^\s@]+@[^\s@]+\.[^\s@]+$/ après plusieurs tests</a:t>
            </a:r>
          </a:p>
        </p:txBody>
      </p:sp>
    </p:spTree>
    <p:extLst>
      <p:ext uri="{BB962C8B-B14F-4D97-AF65-F5344CB8AC3E}">
        <p14:creationId xmlns:p14="http://schemas.microsoft.com/office/powerpoint/2010/main" val="224250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91421-19C0-1E7B-D098-628FFB6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46B3E1E-496B-8263-3D2C-B5EA903B0CC0}"/>
              </a:ext>
            </a:extLst>
          </p:cNvPr>
          <p:cNvSpPr txBox="1"/>
          <p:nvPr/>
        </p:nvSpPr>
        <p:spPr>
          <a:xfrm>
            <a:off x="3713302" y="548640"/>
            <a:ext cx="4125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Ressources utilisées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7CF2A5-2B24-657C-593E-AAFDC655C77A}"/>
              </a:ext>
            </a:extLst>
          </p:cNvPr>
          <p:cNvSpPr txBox="1"/>
          <p:nvPr/>
        </p:nvSpPr>
        <p:spPr>
          <a:xfrm>
            <a:off x="195072" y="1721442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MDN Web Docs — HTML, CSS, JavaScript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Bootstrap 5 — Composants et grille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Google Fonts — Polices Syne et Inter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Bootstrap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Icons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Icônes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W3C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Validator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Validation HTML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Images libres de droits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Coolors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Palette de couleurs</a:t>
            </a:r>
          </a:p>
        </p:txBody>
      </p:sp>
    </p:spTree>
    <p:extLst>
      <p:ext uri="{BB962C8B-B14F-4D97-AF65-F5344CB8AC3E}">
        <p14:creationId xmlns:p14="http://schemas.microsoft.com/office/powerpoint/2010/main" val="1676400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6B210-12E4-828C-9C43-E6C1AF05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7411344-94C7-35E3-EB5F-D76E1357D8A1}"/>
              </a:ext>
            </a:extLst>
          </p:cNvPr>
          <p:cNvSpPr txBox="1"/>
          <p:nvPr/>
        </p:nvSpPr>
        <p:spPr>
          <a:xfrm>
            <a:off x="3860267" y="548640"/>
            <a:ext cx="3831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8.Démonstration live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3ADDFB-5CE1-2110-701F-8955388E842B}"/>
              </a:ext>
            </a:extLst>
          </p:cNvPr>
          <p:cNvSpPr txBox="1"/>
          <p:nvPr/>
        </p:nvSpPr>
        <p:spPr>
          <a:xfrm>
            <a:off x="426720" y="158830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Lien GitHub Pages :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https://ndaoastou637-maker.github.io/Ndao-Astou-AfriTalent/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Démonstration en direct du site pendant la soutenance</a:t>
            </a:r>
          </a:p>
        </p:txBody>
      </p:sp>
    </p:spTree>
    <p:extLst>
      <p:ext uri="{BB962C8B-B14F-4D97-AF65-F5344CB8AC3E}">
        <p14:creationId xmlns:p14="http://schemas.microsoft.com/office/powerpoint/2010/main" val="327292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41C89-06BE-0C86-AA90-A2E805CB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BBCF53-F535-9C3A-5E58-360A58FF2EA3}"/>
              </a:ext>
            </a:extLst>
          </p:cNvPr>
          <p:cNvSpPr txBox="1"/>
          <p:nvPr/>
        </p:nvSpPr>
        <p:spPr>
          <a:xfrm>
            <a:off x="4549560" y="548640"/>
            <a:ext cx="2452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303AE4-4299-251C-6B48-90F17843F630}"/>
              </a:ext>
            </a:extLst>
          </p:cNvPr>
          <p:cNvSpPr txBox="1"/>
          <p:nvPr/>
        </p:nvSpPr>
        <p:spPr>
          <a:xfrm>
            <a:off x="426720" y="158830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Ce projet m’a permis de maîtriser HTML5, CSS3 et JavaScript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vanilla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J’ai appris à structurer un projet web complet de A à Z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La gestion de version avec Git m’a appris à travailler de façon organisée</a:t>
            </a:r>
          </a:p>
        </p:txBody>
      </p:sp>
    </p:spTree>
    <p:extLst>
      <p:ext uri="{BB962C8B-B14F-4D97-AF65-F5344CB8AC3E}">
        <p14:creationId xmlns:p14="http://schemas.microsoft.com/office/powerpoint/2010/main" val="3502522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40263-9842-C54F-B2A1-891AEC75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113262D-E7B2-D666-F368-9014658F95A9}"/>
              </a:ext>
            </a:extLst>
          </p:cNvPr>
          <p:cNvSpPr txBox="1"/>
          <p:nvPr/>
        </p:nvSpPr>
        <p:spPr>
          <a:xfrm>
            <a:off x="3330482" y="548640"/>
            <a:ext cx="4891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 d’amélioration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4B0DCB0-7263-0170-9D1E-D01FF223AF55}"/>
              </a:ext>
            </a:extLst>
          </p:cNvPr>
          <p:cNvSpPr txBox="1"/>
          <p:nvPr/>
        </p:nvSpPr>
        <p:spPr>
          <a:xfrm>
            <a:off x="426720" y="1588300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Ajouter un vrai backend avec une base de données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Créer un système d’authentification pour les freelances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Ajouter un système de messagerie en temps réel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Intégrer un système de paiement Mobile Money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	Développer une application mobile</a:t>
            </a:r>
          </a:p>
        </p:txBody>
      </p:sp>
    </p:spTree>
    <p:extLst>
      <p:ext uri="{BB962C8B-B14F-4D97-AF65-F5344CB8AC3E}">
        <p14:creationId xmlns:p14="http://schemas.microsoft.com/office/powerpoint/2010/main" val="295300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732</Words>
  <Application>Microsoft Office PowerPoint</Application>
  <PresentationFormat>Grand écran</PresentationFormat>
  <Paragraphs>99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Astou Ndao</dc:creator>
  <cp:lastModifiedBy>Astou Ndao</cp:lastModifiedBy>
  <cp:revision>4</cp:revision>
  <dcterms:created xsi:type="dcterms:W3CDTF">2026-06-29T18:20:22Z</dcterms:created>
  <dcterms:modified xsi:type="dcterms:W3CDTF">2026-07-02T20:32:16Z</dcterms:modified>
</cp:coreProperties>
</file>